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-46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A203A-01D6-4588-8E6B-7C29314D87F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92587-80E8-4A6E-B813-C2F8579EE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42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794" y="1195536"/>
            <a:ext cx="8342412" cy="2752427"/>
          </a:xfrm>
          <a:prstGeom prst="roundRect">
            <a:avLst>
              <a:gd name="adj" fmla="val 9228"/>
            </a:avLst>
          </a:prstGeom>
          <a:solidFill>
            <a:srgbClr val="FFFFFF">
              <a:alpha val="88000"/>
            </a:srgbClr>
          </a:solidFill>
          <a:ln/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964969" y="1830437"/>
            <a:ext cx="721406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SKILLS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964969" y="2903488"/>
            <a:ext cx="721406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가능한 AI 도우미 시스템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7450" y="317450"/>
            <a:ext cx="8509099" cy="4508599"/>
          </a:xfrm>
          <a:prstGeom prst="roundRect">
            <a:avLst>
              <a:gd name="adj" fmla="val 4225"/>
            </a:avLst>
          </a:prstGeom>
          <a:solidFill>
            <a:srgbClr val="FFFFFF">
              <a:alpha val="90000"/>
            </a:srgbClr>
          </a:solidFill>
          <a:ln/>
          <a:effectLst>
            <a:outerShdw blurRad="254000" dist="7620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698450" y="1484263"/>
            <a:ext cx="7747099" cy="0"/>
          </a:xfrm>
          <a:prstGeom prst="line">
            <a:avLst/>
          </a:prstGeom>
          <a:noFill/>
          <a:ln w="47625">
            <a:solidFill>
              <a:srgbClr val="FF7B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8450" y="698450"/>
            <a:ext cx="790204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SKILLS란?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98450" y="1761976"/>
            <a:ext cx="79020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500"/>
              </a:spcBef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8450" y="2260402"/>
            <a:ext cx="7902041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Code의 능력을 확장하는 특수화된 도구 모음입니다. 각 스킬은 특정 작업 영역에 최적화된 프롬프트와 워크플로우를 제공합니다.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8450" y="3098304"/>
            <a:ext cx="7747099" cy="1193304"/>
          </a:xfrm>
          <a:prstGeom prst="roundRect">
            <a:avLst>
              <a:gd name="adj" fmla="val 8514"/>
            </a:avLst>
          </a:prstGeom>
          <a:solidFill>
            <a:srgbClr val="FF7B7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36550" y="3098304"/>
            <a:ext cx="0" cy="1193304"/>
          </a:xfrm>
          <a:prstGeom prst="line">
            <a:avLst/>
          </a:prstGeom>
          <a:noFill/>
          <a:ln w="76200">
            <a:solidFill>
              <a:srgbClr val="FF7B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5150" y="3390305"/>
            <a:ext cx="7435697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아이디어:</a:t>
            </a: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복잡한 작업을 재사용 가능한 전문 모듈로 패키징하여, 일관성 있고 고품질의 결과를 보장합니다.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7450" y="317450"/>
            <a:ext cx="8509099" cy="4508599"/>
          </a:xfrm>
          <a:prstGeom prst="roundRect">
            <a:avLst>
              <a:gd name="adj" fmla="val 4225"/>
            </a:avLst>
          </a:prstGeom>
          <a:solidFill>
            <a:srgbClr val="FFFFFF">
              <a:alpha val="90000"/>
            </a:srgbClr>
          </a:solidFill>
          <a:ln/>
          <a:effectLst>
            <a:outerShdw blurRad="254000" dist="7620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698450" y="1484263"/>
            <a:ext cx="7747099" cy="0"/>
          </a:xfrm>
          <a:prstGeom prst="line">
            <a:avLst/>
          </a:prstGeom>
          <a:noFill/>
          <a:ln w="47625">
            <a:solidFill>
              <a:srgbClr val="5DD9C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8450" y="698450"/>
            <a:ext cx="790204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98450" y="1761976"/>
            <a:ext cx="7747099" cy="233615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8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아트 생성</a:t>
            </a: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p5.js 기반 생성 예술 작품 제작</a:t>
            </a:r>
            <a:endParaRPr lang="en-US" sz="1600" dirty="0"/>
          </a:p>
          <a:p>
            <a:pPr marL="158750" indent="-158750" algn="l">
              <a:lnSpc>
                <a:spcPts val="28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작업</a:t>
            </a: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DOCX, PPTX, PDF, XLSX 파일 생성 및 편집</a:t>
            </a:r>
            <a:endParaRPr lang="en-US" sz="1600" dirty="0"/>
          </a:p>
          <a:p>
            <a:pPr marL="158750" indent="-158750" algn="l">
              <a:lnSpc>
                <a:spcPts val="28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애플리케이션 테스트</a:t>
            </a: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Playwright 기반 자동화 테스팅</a:t>
            </a:r>
            <a:endParaRPr lang="en-US" sz="1600" dirty="0"/>
          </a:p>
          <a:p>
            <a:pPr marL="158750" indent="-158750" algn="l">
              <a:lnSpc>
                <a:spcPts val="28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커뮤니케이션</a:t>
            </a: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전문적인 비즈니스 문서 작성</a:t>
            </a:r>
            <a:endParaRPr lang="en-US" sz="1600" dirty="0"/>
          </a:p>
          <a:p>
            <a:pPr marL="158750" indent="-158750" algn="l">
              <a:lnSpc>
                <a:spcPts val="28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서버 구축</a:t>
            </a: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외부 서비스 통합을 위한 프로토콜 구현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8450" y="4225082"/>
            <a:ext cx="7747099" cy="809625"/>
          </a:xfrm>
          <a:prstGeom prst="roundRect">
            <a:avLst>
              <a:gd name="adj" fmla="val 15686"/>
            </a:avLst>
          </a:prstGeom>
          <a:solidFill>
            <a:srgbClr val="5DD9C1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88950" y="4529882"/>
            <a:ext cx="7513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이상의 전문 스킬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다양한 작업 영역을 커버합니다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7450" y="317450"/>
            <a:ext cx="8509099" cy="4508599"/>
          </a:xfrm>
          <a:prstGeom prst="roundRect">
            <a:avLst>
              <a:gd name="adj" fmla="val 4225"/>
            </a:avLst>
          </a:prstGeom>
          <a:solidFill>
            <a:srgbClr val="FFFFFF">
              <a:alpha val="90000"/>
            </a:srgbClr>
          </a:solidFill>
          <a:ln/>
          <a:effectLst>
            <a:outerShdw blurRad="254000" dist="7620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698450" y="1357164"/>
            <a:ext cx="7747099" cy="0"/>
          </a:xfrm>
          <a:prstGeom prst="line">
            <a:avLst/>
          </a:prstGeom>
          <a:noFill/>
          <a:ln w="47625">
            <a:solidFill>
              <a:srgbClr val="E89BA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8450" y="634901"/>
            <a:ext cx="79020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방법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98450" y="1609576"/>
            <a:ext cx="7747099" cy="987326"/>
          </a:xfrm>
          <a:prstGeom prst="roundRect">
            <a:avLst>
              <a:gd name="adj" fmla="val 12863"/>
            </a:avLst>
          </a:prstGeom>
          <a:solidFill>
            <a:srgbClr val="E89BA3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36550" y="1609576"/>
            <a:ext cx="0" cy="987326"/>
          </a:xfrm>
          <a:prstGeom prst="line">
            <a:avLst/>
          </a:prstGeom>
          <a:noFill/>
          <a:ln w="76200">
            <a:solidFill>
              <a:srgbClr val="E89B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7050" y="1761976"/>
            <a:ext cx="75134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27050" y="2196852"/>
            <a:ext cx="75134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호출:</a:t>
            </a: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 도구를 사용하여 원하는 스킬을 실행합니다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8450" y="2723852"/>
            <a:ext cx="7747099" cy="987326"/>
          </a:xfrm>
          <a:prstGeom prst="roundRect">
            <a:avLst>
              <a:gd name="adj" fmla="val 12863"/>
            </a:avLst>
          </a:prstGeom>
          <a:solidFill>
            <a:srgbClr val="E89BA3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36550" y="2723852"/>
            <a:ext cx="0" cy="987326"/>
          </a:xfrm>
          <a:prstGeom prst="line">
            <a:avLst/>
          </a:prstGeom>
          <a:noFill/>
          <a:ln w="76200">
            <a:solidFill>
              <a:srgbClr val="E89B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7050" y="2876252"/>
            <a:ext cx="75134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27050" y="3311128"/>
            <a:ext cx="75134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확장:</a:t>
            </a: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스킬의 전문 프롬프트가 자동으로 로드됩니다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8450" y="3838129"/>
            <a:ext cx="7747099" cy="987326"/>
          </a:xfrm>
          <a:prstGeom prst="roundRect">
            <a:avLst>
              <a:gd name="adj" fmla="val 12863"/>
            </a:avLst>
          </a:prstGeom>
          <a:solidFill>
            <a:srgbClr val="E89BA3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736550" y="3838129"/>
            <a:ext cx="0" cy="987326"/>
          </a:xfrm>
          <a:prstGeom prst="line">
            <a:avLst/>
          </a:prstGeom>
          <a:noFill/>
          <a:ln w="76200">
            <a:solidFill>
              <a:srgbClr val="E89BA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7050" y="3990529"/>
            <a:ext cx="75134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27050" y="4425404"/>
            <a:ext cx="75134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수행:</a:t>
            </a: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스킬이 제공하는 도구와 가이드라인에 따라 작업을 완료합니다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7450" y="317450"/>
            <a:ext cx="8509099" cy="4508599"/>
          </a:xfrm>
          <a:prstGeom prst="roundRect">
            <a:avLst>
              <a:gd name="adj" fmla="val 4225"/>
            </a:avLst>
          </a:prstGeom>
          <a:solidFill>
            <a:srgbClr val="FFFFFF">
              <a:alpha val="90000"/>
            </a:srgbClr>
          </a:solidFill>
          <a:ln/>
          <a:effectLst>
            <a:outerShdw blurRad="254000" dist="76200" dir="54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698450" y="1230213"/>
            <a:ext cx="7747099" cy="0"/>
          </a:xfrm>
          <a:prstGeom prst="line">
            <a:avLst/>
          </a:prstGeom>
          <a:noFill/>
          <a:ln w="47625">
            <a:solidFill>
              <a:srgbClr val="7DCFB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8450" y="546050"/>
            <a:ext cx="79020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이점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8450" y="1406426"/>
            <a:ext cx="7747099" cy="789087"/>
          </a:xfrm>
          <a:prstGeom prst="roundRect">
            <a:avLst>
              <a:gd name="adj" fmla="val 16095"/>
            </a:avLst>
          </a:prstGeom>
          <a:solidFill>
            <a:srgbClr val="7DCFB3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12750" y="1520726"/>
            <a:ext cx="76688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전문성 향상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2750" y="1866751"/>
            <a:ext cx="7668869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영역에 최적화된 워크플로우로 전문가 수준의 결과 제공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8450" y="2297013"/>
            <a:ext cx="7747099" cy="789087"/>
          </a:xfrm>
          <a:prstGeom prst="roundRect">
            <a:avLst>
              <a:gd name="adj" fmla="val 16095"/>
            </a:avLst>
          </a:prstGeom>
          <a:solidFill>
            <a:srgbClr val="7DCFB3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2750" y="2411313"/>
            <a:ext cx="76688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 보장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2750" y="2757339"/>
            <a:ext cx="7668869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베스트 프랙티스를 통해 안정적이고 예측 가능한 결과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8450" y="3187601"/>
            <a:ext cx="7747099" cy="789087"/>
          </a:xfrm>
          <a:prstGeom prst="roundRect">
            <a:avLst>
              <a:gd name="adj" fmla="val 16095"/>
            </a:avLst>
          </a:prstGeom>
          <a:solidFill>
            <a:srgbClr val="7DCFB3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12750" y="3301901"/>
            <a:ext cx="76688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 증대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12750" y="3647926"/>
            <a:ext cx="7668869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작업 자동화 및 복잡한 태스크의 간소화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8450" y="4078188"/>
            <a:ext cx="7747099" cy="536377"/>
          </a:xfrm>
          <a:prstGeom prst="roundRect">
            <a:avLst>
              <a:gd name="adj" fmla="val 28413"/>
            </a:avLst>
          </a:prstGeom>
          <a:solidFill>
            <a:srgbClr val="FF7B7B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63372" y="4217789"/>
            <a:ext cx="7617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Claude Code의 잠재력을 최대한 활용하세요!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화면 슬라이드 쇼(16:9)</PresentationFormat>
  <Paragraphs>33</Paragraphs>
  <Slides>5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SKILLS 소개</dc:title>
  <dc:subject>SKILLS 개요 및 활용 가이드</dc:subject>
  <dc:creator>Claude Code</dc:creator>
  <cp:lastModifiedBy>LEEDONGGEUN</cp:lastModifiedBy>
  <cp:revision>2</cp:revision>
  <dcterms:created xsi:type="dcterms:W3CDTF">2025-10-22T10:16:12Z</dcterms:created>
  <dcterms:modified xsi:type="dcterms:W3CDTF">2025-10-22T10:19:04Z</dcterms:modified>
</cp:coreProperties>
</file>